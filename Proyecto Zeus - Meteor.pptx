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riángulo isósceles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s-A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riángulo rectángulo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Triángulo isósceles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  <p:cxnSp>
        <p:nvCxnSpPr>
          <p:cNvPr id="11" name="10 Conector recto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riángulo rectángulo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7 Conector recto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555B466B-AD3F-45F3-90D4-2662B9CB2B5C}" type="datetimeFigureOut">
              <a:rPr lang="es-AR" smtClean="0"/>
              <a:pPr/>
              <a:t>17/7/2016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85FA452-4338-48FE-B3D4-91F5EB6D3E85}" type="slidenum">
              <a:rPr lang="es-AR" smtClean="0"/>
              <a:pPr/>
              <a:t>‹#›</a:t>
            </a:fld>
            <a:endParaRPr lang="es-A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Proyecto Zeus - </a:t>
            </a:r>
            <a:r>
              <a:rPr lang="es-AR" dirty="0" err="1"/>
              <a:t>Meteor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Sistema de Gestión de Servicios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Principales Estructuras de </a:t>
            </a:r>
            <a:br>
              <a:rPr lang="es-AR" dirty="0"/>
            </a:br>
            <a:r>
              <a:rPr lang="es-AR" dirty="0"/>
              <a:t>Atención de Clientes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323528" y="2708920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Cuentas</a:t>
            </a:r>
          </a:p>
        </p:txBody>
      </p:sp>
      <p:sp>
        <p:nvSpPr>
          <p:cNvPr id="5" name="4 Rectángulo"/>
          <p:cNvSpPr/>
          <p:nvPr/>
        </p:nvSpPr>
        <p:spPr>
          <a:xfrm>
            <a:off x="323528" y="1916832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Cliente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23528" y="350100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Contratos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2843808" y="350100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Edesals</a:t>
            </a:r>
            <a:endParaRPr lang="es-AR" dirty="0"/>
          </a:p>
        </p:txBody>
      </p:sp>
      <p:sp>
        <p:nvSpPr>
          <p:cNvPr id="8" name="7 Rectángulo"/>
          <p:cNvSpPr/>
          <p:nvPr/>
        </p:nvSpPr>
        <p:spPr>
          <a:xfrm>
            <a:off x="4427984" y="494116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Suministro</a:t>
            </a:r>
          </a:p>
        </p:txBody>
      </p:sp>
      <p:sp>
        <p:nvSpPr>
          <p:cNvPr id="9" name="8 Rectángulo"/>
          <p:cNvSpPr/>
          <p:nvPr/>
        </p:nvSpPr>
        <p:spPr>
          <a:xfrm>
            <a:off x="6012160" y="494116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Medidors</a:t>
            </a:r>
            <a:endParaRPr lang="es-AR" dirty="0"/>
          </a:p>
        </p:txBody>
      </p:sp>
      <p:sp>
        <p:nvSpPr>
          <p:cNvPr id="10" name="9 Rectángulo"/>
          <p:cNvSpPr/>
          <p:nvPr/>
        </p:nvSpPr>
        <p:spPr>
          <a:xfrm>
            <a:off x="7596336" y="494116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Lecturas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4427984" y="350100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Facturas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6012160" y="350100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Líneas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427984" y="278092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Cargos </a:t>
            </a:r>
            <a:r>
              <a:rPr lang="es-AR" dirty="0" err="1"/>
              <a:t>Add</a:t>
            </a:r>
            <a:endParaRPr lang="es-AR" dirty="0"/>
          </a:p>
        </p:txBody>
      </p:sp>
      <p:sp>
        <p:nvSpPr>
          <p:cNvPr id="14" name="13 Rectángulo"/>
          <p:cNvSpPr/>
          <p:nvPr/>
        </p:nvSpPr>
        <p:spPr>
          <a:xfrm>
            <a:off x="6012160" y="566124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Os Trabajo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4427984" y="206084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Acuerdos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4427984" y="4221088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Reclamos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1907704" y="1916832"/>
            <a:ext cx="1296144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Historial</a:t>
            </a:r>
          </a:p>
        </p:txBody>
      </p:sp>
      <p:cxnSp>
        <p:nvCxnSpPr>
          <p:cNvPr id="21" name="20 Conector angular"/>
          <p:cNvCxnSpPr>
            <a:stCxn id="7" idx="3"/>
            <a:endCxn id="15" idx="1"/>
          </p:cNvCxnSpPr>
          <p:nvPr/>
        </p:nvCxnSpPr>
        <p:spPr>
          <a:xfrm flipV="1">
            <a:off x="4139952" y="2384884"/>
            <a:ext cx="288032" cy="14401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angular"/>
          <p:cNvCxnSpPr>
            <a:stCxn id="7" idx="3"/>
            <a:endCxn id="13" idx="1"/>
          </p:cNvCxnSpPr>
          <p:nvPr/>
        </p:nvCxnSpPr>
        <p:spPr>
          <a:xfrm flipV="1">
            <a:off x="4139952" y="3104964"/>
            <a:ext cx="288032" cy="7200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angular"/>
          <p:cNvCxnSpPr>
            <a:stCxn id="7" idx="3"/>
            <a:endCxn id="11" idx="1"/>
          </p:cNvCxnSpPr>
          <p:nvPr/>
        </p:nvCxnSpPr>
        <p:spPr>
          <a:xfrm>
            <a:off x="4139952" y="3825044"/>
            <a:ext cx="288032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angular"/>
          <p:cNvCxnSpPr>
            <a:stCxn id="7" idx="3"/>
            <a:endCxn id="16" idx="1"/>
          </p:cNvCxnSpPr>
          <p:nvPr/>
        </p:nvCxnSpPr>
        <p:spPr>
          <a:xfrm>
            <a:off x="4139952" y="3825044"/>
            <a:ext cx="288032" cy="7200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angular"/>
          <p:cNvCxnSpPr>
            <a:stCxn id="7" idx="3"/>
            <a:endCxn id="8" idx="1"/>
          </p:cNvCxnSpPr>
          <p:nvPr/>
        </p:nvCxnSpPr>
        <p:spPr>
          <a:xfrm>
            <a:off x="4139952" y="3825044"/>
            <a:ext cx="288032" cy="144016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angular"/>
          <p:cNvCxnSpPr>
            <a:stCxn id="11" idx="3"/>
            <a:endCxn id="12" idx="1"/>
          </p:cNvCxnSpPr>
          <p:nvPr/>
        </p:nvCxnSpPr>
        <p:spPr>
          <a:xfrm>
            <a:off x="5724128" y="3825044"/>
            <a:ext cx="288032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angular"/>
          <p:cNvCxnSpPr>
            <a:stCxn id="8" idx="3"/>
            <a:endCxn id="9" idx="1"/>
          </p:cNvCxnSpPr>
          <p:nvPr/>
        </p:nvCxnSpPr>
        <p:spPr>
          <a:xfrm>
            <a:off x="5724128" y="5265204"/>
            <a:ext cx="288032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angular"/>
          <p:cNvCxnSpPr>
            <a:stCxn id="8" idx="3"/>
            <a:endCxn id="14" idx="1"/>
          </p:cNvCxnSpPr>
          <p:nvPr/>
        </p:nvCxnSpPr>
        <p:spPr>
          <a:xfrm>
            <a:off x="5724128" y="5265204"/>
            <a:ext cx="288032" cy="72008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angular"/>
          <p:cNvCxnSpPr>
            <a:stCxn id="9" idx="3"/>
            <a:endCxn id="10" idx="1"/>
          </p:cNvCxnSpPr>
          <p:nvPr/>
        </p:nvCxnSpPr>
        <p:spPr>
          <a:xfrm>
            <a:off x="7308304" y="5265204"/>
            <a:ext cx="288032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>
            <a:stCxn id="5" idx="2"/>
            <a:endCxn id="4" idx="0"/>
          </p:cNvCxnSpPr>
          <p:nvPr/>
        </p:nvCxnSpPr>
        <p:spPr>
          <a:xfrm>
            <a:off x="971600" y="2564904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>
            <a:stCxn id="4" idx="2"/>
            <a:endCxn id="6" idx="0"/>
          </p:cNvCxnSpPr>
          <p:nvPr/>
        </p:nvCxnSpPr>
        <p:spPr>
          <a:xfrm>
            <a:off x="971600" y="3356992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recto"/>
          <p:cNvCxnSpPr>
            <a:stCxn id="5" idx="3"/>
            <a:endCxn id="17" idx="1"/>
          </p:cNvCxnSpPr>
          <p:nvPr/>
        </p:nvCxnSpPr>
        <p:spPr>
          <a:xfrm>
            <a:off x="1619672" y="2240868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>
            <a:stCxn id="6" idx="3"/>
            <a:endCxn id="7" idx="1"/>
          </p:cNvCxnSpPr>
          <p:nvPr/>
        </p:nvCxnSpPr>
        <p:spPr>
          <a:xfrm>
            <a:off x="1619672" y="3825044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ío">
  <a:themeElements>
    <a:clrScheme name="Fundición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Brí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rí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49</TotalTime>
  <Words>28</Words>
  <Application>Microsoft Office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Century Gothic</vt:lpstr>
      <vt:lpstr>Verdana</vt:lpstr>
      <vt:lpstr>Wingdings 2</vt:lpstr>
      <vt:lpstr>Brío</vt:lpstr>
      <vt:lpstr>Proyecto Zeus - Meteor</vt:lpstr>
      <vt:lpstr>Principales Estructuras de  Atención de Clientes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*Falavigna Gustavo</dc:creator>
  <cp:lastModifiedBy>Gustavo Falavigna</cp:lastModifiedBy>
  <cp:revision>9</cp:revision>
  <dcterms:created xsi:type="dcterms:W3CDTF">2016-06-22T13:07:50Z</dcterms:created>
  <dcterms:modified xsi:type="dcterms:W3CDTF">2016-07-17T17:50:16Z</dcterms:modified>
</cp:coreProperties>
</file>