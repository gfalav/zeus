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riángulo isósceles"/>
          <p:cNvSpPr/>
          <p:nvPr/>
        </p:nvSpPr>
        <p:spPr>
          <a:xfrm rot="16200000">
            <a:off x="7554353" y="5254283"/>
            <a:ext cx="1892949" cy="1294228"/>
          </a:xfrm>
          <a:prstGeom prst="triangle">
            <a:avLst>
              <a:gd name="adj" fmla="val 51323"/>
            </a:avLst>
          </a:prstGeom>
          <a:gradFill flip="none" rotWithShape="1">
            <a:gsLst>
              <a:gs pos="0">
                <a:schemeClr val="accent1">
                  <a:shade val="30000"/>
                  <a:satMod val="155000"/>
                  <a:alpha val="100000"/>
                </a:schemeClr>
              </a:gs>
              <a:gs pos="60000">
                <a:schemeClr val="accent1">
                  <a:satMod val="160000"/>
                  <a:alpha val="100000"/>
                </a:schemeClr>
              </a:gs>
              <a:gs pos="100000">
                <a:schemeClr val="accent1">
                  <a:tint val="70000"/>
                  <a:satMod val="200000"/>
                  <a:alpha val="100000"/>
                </a:schemeClr>
              </a:gs>
            </a:gsLst>
            <a:lin ang="155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7 Título"/>
          <p:cNvSpPr>
            <a:spLocks noGrp="1"/>
          </p:cNvSpPr>
          <p:nvPr>
            <p:ph type="ctrTitle"/>
          </p:nvPr>
        </p:nvSpPr>
        <p:spPr>
          <a:xfrm>
            <a:off x="540544" y="776288"/>
            <a:ext cx="8062912" cy="1470025"/>
          </a:xfrm>
        </p:spPr>
        <p:txBody>
          <a:bodyPr anchor="b">
            <a:normAutofit/>
          </a:bodyPr>
          <a:lstStyle>
            <a:lvl1pPr algn="r">
              <a:defRPr sz="440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9" name="8 Subtítulo"/>
          <p:cNvSpPr>
            <a:spLocks noGrp="1"/>
          </p:cNvSpPr>
          <p:nvPr>
            <p:ph type="subTitle" idx="1"/>
          </p:nvPr>
        </p:nvSpPr>
        <p:spPr>
          <a:xfrm>
            <a:off x="540544" y="2250280"/>
            <a:ext cx="8062912" cy="1752600"/>
          </a:xfrm>
        </p:spPr>
        <p:txBody>
          <a:bodyPr/>
          <a:lstStyle>
            <a:lvl1pPr marL="0" marR="36576" indent="0" algn="r">
              <a:spcBef>
                <a:spcPts val="0"/>
              </a:spcBef>
              <a:buNone/>
              <a:defRPr>
                <a:ln>
                  <a:solidFill>
                    <a:schemeClr val="bg2"/>
                  </a:solidFill>
                </a:ln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 smtClean="0"/>
              <a:t>Haga clic para modificar el estilo de subtítulo del patrón</a:t>
            </a:r>
            <a:endParaRPr kumimoji="0" lang="en-US"/>
          </a:p>
        </p:txBody>
      </p:sp>
      <p:sp>
        <p:nvSpPr>
          <p:cNvPr id="28" name="27 Marcador de fecha"/>
          <p:cNvSpPr>
            <a:spLocks noGrp="1"/>
          </p:cNvSpPr>
          <p:nvPr>
            <p:ph type="dt" sz="half" idx="10"/>
          </p:nvPr>
        </p:nvSpPr>
        <p:spPr>
          <a:xfrm>
            <a:off x="1371600" y="6012656"/>
            <a:ext cx="5791200" cy="365125"/>
          </a:xfrm>
        </p:spPr>
        <p:txBody>
          <a:bodyPr tIns="0" bIns="0" anchor="t"/>
          <a:lstStyle>
            <a:lvl1pPr algn="r">
              <a:defRPr sz="1000"/>
            </a:lvl1pPr>
          </a:lstStyle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17" name="16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371600" y="5650704"/>
            <a:ext cx="5791200" cy="365125"/>
          </a:xfrm>
        </p:spPr>
        <p:txBody>
          <a:bodyPr tIns="0" bIns="0" anchor="b"/>
          <a:lstStyle>
            <a:lvl1pPr algn="r">
              <a:defRPr sz="1100"/>
            </a:lvl1pPr>
          </a:lstStyle>
          <a:p>
            <a:endParaRPr lang="es-AR"/>
          </a:p>
        </p:txBody>
      </p:sp>
      <p:sp>
        <p:nvSpPr>
          <p:cNvPr id="29" name="28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392247" y="5752307"/>
            <a:ext cx="502920" cy="365125"/>
          </a:xfrm>
        </p:spPr>
        <p:txBody>
          <a:bodyPr anchor="ctr"/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67494"/>
            <a:ext cx="8229600" cy="1399032"/>
          </a:xfrm>
        </p:spPr>
        <p:txBody>
          <a:bodyPr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882808"/>
            <a:ext cx="8229600" cy="4572000"/>
          </a:xfrm>
        </p:spPr>
        <p:txBody>
          <a:bodyPr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4791456" y="6480048"/>
            <a:ext cx="2133600" cy="301752"/>
          </a:xfrm>
        </p:spPr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0056" cy="300831"/>
          </a:xfrm>
        </p:spPr>
        <p:txBody>
          <a:bodyPr/>
          <a:lstStyle/>
          <a:p>
            <a:endParaRPr lang="es-AR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riángulo rectángulo"/>
          <p:cNvSpPr/>
          <p:nvPr/>
        </p:nvSpPr>
        <p:spPr>
          <a:xfrm flipV="1">
            <a:off x="7034" y="7034"/>
            <a:ext cx="9129932" cy="6836899"/>
          </a:xfrm>
          <a:prstGeom prst="rtTriangle">
            <a:avLst/>
          </a:prstGeom>
          <a:gradFill flip="none" rotWithShape="1">
            <a:gsLst>
              <a:gs pos="0">
                <a:schemeClr val="tx2">
                  <a:alpha val="10000"/>
                </a:schemeClr>
              </a:gs>
              <a:gs pos="70000">
                <a:schemeClr val="tx2">
                  <a:alpha val="8000"/>
                </a:schemeClr>
              </a:gs>
              <a:gs pos="100000">
                <a:schemeClr val="tx2">
                  <a:alpha val="1000"/>
                </a:schemeClr>
              </a:gs>
            </a:gsLst>
            <a:lin ang="80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algn="ctr" defTabSz="914400" rtl="0" eaLnBrk="1" latinLnBrk="0" hangingPunct="1"/>
            <a:endParaRPr kumimoji="0"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Triángulo isósceles"/>
          <p:cNvSpPr/>
          <p:nvPr/>
        </p:nvSpPr>
        <p:spPr>
          <a:xfrm rot="5400000" flipV="1">
            <a:off x="7554353" y="309490"/>
            <a:ext cx="1892949" cy="1294228"/>
          </a:xfrm>
          <a:prstGeom prst="triangle">
            <a:avLst>
              <a:gd name="adj" fmla="val 51323"/>
            </a:avLst>
          </a:prstGeom>
          <a:gradFill flip="none" rotWithShape="1">
            <a:gsLst>
              <a:gs pos="0">
                <a:schemeClr val="accent1">
                  <a:shade val="30000"/>
                  <a:satMod val="155000"/>
                  <a:alpha val="100000"/>
                </a:schemeClr>
              </a:gs>
              <a:gs pos="60000">
                <a:schemeClr val="accent1">
                  <a:satMod val="160000"/>
                  <a:alpha val="100000"/>
                </a:schemeClr>
              </a:gs>
              <a:gs pos="100000">
                <a:schemeClr val="accent1">
                  <a:tint val="70000"/>
                  <a:satMod val="200000"/>
                  <a:alpha val="100000"/>
                </a:schemeClr>
              </a:gs>
            </a:gsLst>
            <a:lin ang="155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955632" y="6477000"/>
            <a:ext cx="2133600" cy="304800"/>
          </a:xfrm>
        </p:spPr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2619376" y="6480969"/>
            <a:ext cx="4260056" cy="300831"/>
          </a:xfrm>
        </p:spPr>
        <p:txBody>
          <a:bodyPr/>
          <a:lstStyle/>
          <a:p>
            <a:endParaRPr lang="es-AR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451056" y="809624"/>
            <a:ext cx="502920" cy="300831"/>
          </a:xfrm>
        </p:spPr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  <p:cxnSp>
        <p:nvCxnSpPr>
          <p:cNvPr id="11" name="10 Conector recto"/>
          <p:cNvCxnSpPr/>
          <p:nvPr/>
        </p:nvCxnSpPr>
        <p:spPr>
          <a:xfrm rot="10800000">
            <a:off x="6468794" y="9381"/>
            <a:ext cx="2672861" cy="1900210"/>
          </a:xfrm>
          <a:prstGeom prst="line">
            <a:avLst/>
          </a:prstGeom>
          <a:noFill/>
          <a:ln w="6000" cap="rnd" cmpd="sng" algn="ctr">
            <a:solidFill>
              <a:schemeClr val="bg2">
                <a:tint val="50000"/>
                <a:satMod val="200000"/>
                <a:alpha val="4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9 Conector recto"/>
          <p:cNvCxnSpPr/>
          <p:nvPr/>
        </p:nvCxnSpPr>
        <p:spPr>
          <a:xfrm flipV="1">
            <a:off x="0" y="7034"/>
            <a:ext cx="9136966" cy="6843933"/>
          </a:xfrm>
          <a:prstGeom prst="line">
            <a:avLst/>
          </a:prstGeom>
          <a:noFill/>
          <a:ln w="5000" cap="rnd" cmpd="sng" algn="ctr">
            <a:solidFill>
              <a:schemeClr val="bg2">
                <a:tint val="55000"/>
                <a:satMod val="200000"/>
                <a:alpha val="3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81000" y="271464"/>
            <a:ext cx="7239000" cy="1362075"/>
          </a:xfrm>
        </p:spPr>
        <p:txBody>
          <a:bodyPr anchor="ctr"/>
          <a:lstStyle>
            <a:lvl1pPr marL="0" algn="l">
              <a:buNone/>
              <a:defRPr sz="3600" b="1" cap="none" baseline="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81000" y="1633536"/>
            <a:ext cx="3886200" cy="2286000"/>
          </a:xfrm>
        </p:spPr>
        <p:txBody>
          <a:bodyPr anchor="t"/>
          <a:lstStyle>
            <a:lvl1pPr marL="54864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algn="l">
              <a:defRPr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722437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722437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3600" cy="301752"/>
          </a:xfrm>
        </p:spPr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0056" cy="301752"/>
          </a:xfrm>
        </p:spPr>
        <p:txBody>
          <a:bodyPr/>
          <a:lstStyle/>
          <a:p>
            <a:endParaRPr lang="es-AR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7589520" y="6480969"/>
            <a:ext cx="502920" cy="301752"/>
          </a:xfrm>
        </p:spPr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48198" y="290732"/>
            <a:ext cx="1066800" cy="6153912"/>
          </a:xfrm>
        </p:spPr>
        <p:txBody>
          <a:bodyPr vert="vert270" anchor="b"/>
          <a:lstStyle>
            <a:lvl1pPr marL="0" algn="ctr">
              <a:defRPr sz="3300" b="1">
                <a:ln w="6350"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365006" y="290732"/>
            <a:ext cx="581024" cy="3017520"/>
          </a:xfrm>
          <a:solidFill>
            <a:schemeClr val="bg1"/>
          </a:solidFill>
          <a:ln w="12700">
            <a:noFill/>
          </a:ln>
        </p:spPr>
        <p:txBody>
          <a:bodyPr vert="vert270" anchor="ctr"/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1365006" y="3427124"/>
            <a:ext cx="581024" cy="3017520"/>
          </a:xfrm>
          <a:solidFill>
            <a:schemeClr val="bg1"/>
          </a:solidFill>
          <a:ln w="12700">
            <a:noFill/>
          </a:ln>
        </p:spPr>
        <p:txBody>
          <a:bodyPr vert="vert270" anchor="ctr"/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2022230" y="290732"/>
            <a:ext cx="6858000" cy="3017520"/>
          </a:xfrm>
        </p:spPr>
        <p:txBody>
          <a:bodyPr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2022230" y="3427124"/>
            <a:ext cx="6858000" cy="30175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0552" cy="301752"/>
          </a:xfrm>
        </p:spPr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1104" cy="301752"/>
          </a:xfrm>
        </p:spPr>
        <p:txBody>
          <a:bodyPr/>
          <a:lstStyle/>
          <a:p>
            <a:endParaRPr lang="es-AR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7589520" y="6483096"/>
            <a:ext cx="502920" cy="301752"/>
          </a:xfrm>
        </p:spPr>
        <p:txBody>
          <a:bodyPr/>
          <a:lstStyle>
            <a:lvl1pPr algn="ctr">
              <a:defRPr/>
            </a:lvl1pPr>
          </a:lstStyle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3600" cy="301752"/>
          </a:xfrm>
        </p:spPr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57200" y="6481890"/>
            <a:ext cx="4260056" cy="300831"/>
          </a:xfrm>
        </p:spPr>
        <p:txBody>
          <a:bodyPr/>
          <a:lstStyle/>
          <a:p>
            <a:endParaRPr lang="es-AR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7589520" y="6480969"/>
            <a:ext cx="502920" cy="301752"/>
          </a:xfrm>
        </p:spPr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19456" y="367664"/>
            <a:ext cx="914400" cy="5943600"/>
          </a:xfrm>
        </p:spPr>
        <p:txBody>
          <a:bodyPr vert="vert270" anchor="b"/>
          <a:lstStyle>
            <a:lvl1pPr marL="0" marR="18288" algn="r">
              <a:spcBef>
                <a:spcPts val="0"/>
              </a:spcBef>
              <a:buNone/>
              <a:defRPr sz="2900" b="0" cap="all" baseline="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1135856" y="367664"/>
            <a:ext cx="2438400" cy="59436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651250" y="320040"/>
            <a:ext cx="5276088" cy="5989320"/>
          </a:xfrm>
        </p:spPr>
        <p:txBody>
          <a:bodyPr/>
          <a:lstStyle>
            <a:lvl1pPr>
              <a:spcBef>
                <a:spcPts val="0"/>
              </a:spcBef>
              <a:defRPr sz="30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>
          <a:xfrm>
            <a:off x="6278976" y="6556248"/>
            <a:ext cx="2133600" cy="301752"/>
          </a:xfrm>
        </p:spPr>
        <p:txBody>
          <a:bodyPr/>
          <a:lstStyle>
            <a:lvl1pPr>
              <a:defRPr sz="900"/>
            </a:lvl1pPr>
          </a:lstStyle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135856" y="6556248"/>
            <a:ext cx="5143120" cy="301752"/>
          </a:xfrm>
        </p:spPr>
        <p:txBody>
          <a:bodyPr/>
          <a:lstStyle>
            <a:lvl1pPr>
              <a:defRPr sz="900"/>
            </a:lvl1pPr>
          </a:lstStyle>
          <a:p>
            <a:endParaRPr lang="es-AR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410576" y="6556248"/>
            <a:ext cx="502920" cy="301752"/>
          </a:xfrm>
        </p:spPr>
        <p:txBody>
          <a:bodyPr/>
          <a:lstStyle>
            <a:lvl1pPr>
              <a:defRPr sz="900"/>
            </a:lvl1pPr>
          </a:lstStyle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19456" y="150896"/>
            <a:ext cx="914400" cy="6400800"/>
          </a:xfrm>
        </p:spPr>
        <p:txBody>
          <a:bodyPr vert="vert270" anchor="b"/>
          <a:lstStyle>
            <a:lvl1pPr marL="0" algn="l">
              <a:buNone/>
              <a:defRPr sz="3000" b="0" cap="all" baseline="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138237" y="373966"/>
            <a:ext cx="7333488" cy="5486400"/>
          </a:xfrm>
          <a:solidFill>
            <a:schemeClr val="bg2">
              <a:shade val="5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 smtClean="0"/>
              <a:t>Haga clic en el icono para agregar una imagen</a:t>
            </a:r>
            <a:endParaRPr kumimoji="0" lang="en-U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143000" y="5867400"/>
            <a:ext cx="7333488" cy="685800"/>
          </a:xfrm>
          <a:solidFill>
            <a:schemeClr val="accent1">
              <a:alpha val="15000"/>
            </a:schemeClr>
          </a:solidFill>
          <a:ln>
            <a:solidFill>
              <a:schemeClr val="accent1"/>
            </a:solidFill>
            <a:miter lim="800000"/>
          </a:ln>
        </p:spPr>
        <p:txBody>
          <a:bodyPr/>
          <a:lstStyle>
            <a:lvl1pPr marL="0" indent="0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>
          <a:xfrm>
            <a:off x="6108192" y="6556248"/>
            <a:ext cx="2103120" cy="301752"/>
          </a:xfrm>
        </p:spPr>
        <p:txBody>
          <a:bodyPr/>
          <a:lstStyle>
            <a:lvl1pPr>
              <a:defRPr sz="900"/>
            </a:lvl1pPr>
          </a:lstStyle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170432" y="6557169"/>
            <a:ext cx="4948072" cy="301752"/>
          </a:xfrm>
        </p:spPr>
        <p:txBody>
          <a:bodyPr/>
          <a:lstStyle>
            <a:lvl1pPr>
              <a:defRPr sz="900"/>
            </a:lvl1pPr>
          </a:lstStyle>
          <a:p>
            <a:endParaRPr lang="es-AR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217192" y="6556248"/>
            <a:ext cx="365760" cy="301752"/>
          </a:xfrm>
        </p:spPr>
        <p:txBody>
          <a:bodyPr/>
          <a:lstStyle>
            <a:lvl1pPr algn="ctr">
              <a:defRPr sz="900"/>
            </a:lvl1pPr>
          </a:lstStyle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781800" y="381000"/>
            <a:ext cx="1905000" cy="5486400"/>
          </a:xfrm>
        </p:spPr>
        <p:txBody>
          <a:bodyPr vert="eaVert"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10 Triángulo rectángulo"/>
          <p:cNvSpPr/>
          <p:nvPr/>
        </p:nvSpPr>
        <p:spPr>
          <a:xfrm>
            <a:off x="7034" y="14068"/>
            <a:ext cx="9129932" cy="6836899"/>
          </a:xfrm>
          <a:prstGeom prst="rtTriangle">
            <a:avLst/>
          </a:prstGeom>
          <a:gradFill flip="none" rotWithShape="1">
            <a:gsLst>
              <a:gs pos="0">
                <a:schemeClr val="tx2">
                  <a:alpha val="10000"/>
                </a:schemeClr>
              </a:gs>
              <a:gs pos="70000">
                <a:schemeClr val="tx2">
                  <a:alpha val="8000"/>
                </a:schemeClr>
              </a:gs>
              <a:gs pos="100000">
                <a:schemeClr val="tx2">
                  <a:alpha val="1000"/>
                </a:schemeClr>
              </a:gs>
            </a:gsLst>
            <a:lin ang="80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8" name="7 Conector recto"/>
          <p:cNvCxnSpPr/>
          <p:nvPr/>
        </p:nvCxnSpPr>
        <p:spPr>
          <a:xfrm>
            <a:off x="0" y="7034"/>
            <a:ext cx="9136966" cy="6843933"/>
          </a:xfrm>
          <a:prstGeom prst="line">
            <a:avLst/>
          </a:prstGeom>
          <a:noFill/>
          <a:ln w="5000" cap="rnd" cmpd="sng" algn="ctr">
            <a:solidFill>
              <a:schemeClr val="bg2">
                <a:tint val="55000"/>
                <a:satMod val="200000"/>
                <a:alpha val="3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"/>
          <p:cNvCxnSpPr/>
          <p:nvPr/>
        </p:nvCxnSpPr>
        <p:spPr>
          <a:xfrm rot="10800000" flipV="1">
            <a:off x="6468794" y="4948410"/>
            <a:ext cx="2672861" cy="1900210"/>
          </a:xfrm>
          <a:prstGeom prst="line">
            <a:avLst/>
          </a:prstGeom>
          <a:noFill/>
          <a:ln w="6000" cap="rnd" cmpd="sng" algn="ctr">
            <a:solidFill>
              <a:schemeClr val="bg2">
                <a:tint val="50000"/>
                <a:satMod val="200000"/>
                <a:alpha val="4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21 Marcador de título"/>
          <p:cNvSpPr>
            <a:spLocks noGrp="1"/>
          </p:cNvSpPr>
          <p:nvPr>
            <p:ph type="title"/>
          </p:nvPr>
        </p:nvSpPr>
        <p:spPr>
          <a:xfrm>
            <a:off x="457200" y="267494"/>
            <a:ext cx="8229600" cy="1399032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13" name="12 Marcador de texto"/>
          <p:cNvSpPr>
            <a:spLocks noGrp="1"/>
          </p:cNvSpPr>
          <p:nvPr>
            <p:ph type="body" idx="1"/>
          </p:nvPr>
        </p:nvSpPr>
        <p:spPr>
          <a:xfrm>
            <a:off x="457200" y="1882808"/>
            <a:ext cx="8229600" cy="4572000"/>
          </a:xfrm>
          <a:prstGeom prst="rect">
            <a:avLst/>
          </a:prstGeom>
        </p:spPr>
        <p:txBody>
          <a:bodyPr vert="horz" anchor="t">
            <a:normAutofit/>
          </a:bodyPr>
          <a:lstStyle/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  <a:p>
            <a:pPr lvl="1" eaLnBrk="1" latinLnBrk="0" hangingPunct="1"/>
            <a:r>
              <a:rPr kumimoji="0" lang="es-ES" smtClean="0"/>
              <a:t>Segundo nivel</a:t>
            </a:r>
          </a:p>
          <a:p>
            <a:pPr lvl="2" eaLnBrk="1" latinLnBrk="0" hangingPunct="1"/>
            <a:r>
              <a:rPr kumimoji="0" lang="es-ES" smtClean="0"/>
              <a:t>Tercer nivel</a:t>
            </a:r>
          </a:p>
          <a:p>
            <a:pPr lvl="3" eaLnBrk="1" latinLnBrk="0" hangingPunct="1"/>
            <a:r>
              <a:rPr kumimoji="0" lang="es-ES" smtClean="0"/>
              <a:t>Cuarto nivel</a:t>
            </a:r>
          </a:p>
          <a:p>
            <a:pPr lvl="4" eaLnBrk="1" latinLnBrk="0" hangingPunct="1"/>
            <a:r>
              <a:rPr kumimoji="0" lang="es-ES" smtClean="0"/>
              <a:t>Quinto nivel</a:t>
            </a:r>
            <a:endParaRPr kumimoji="0" lang="en-US"/>
          </a:p>
        </p:txBody>
      </p:sp>
      <p:sp>
        <p:nvSpPr>
          <p:cNvPr id="14" name="13 Marcador de fecha"/>
          <p:cNvSpPr>
            <a:spLocks noGrp="1"/>
          </p:cNvSpPr>
          <p:nvPr>
            <p:ph type="dt" sz="half" idx="2"/>
          </p:nvPr>
        </p:nvSpPr>
        <p:spPr>
          <a:xfrm>
            <a:off x="4791456" y="6480969"/>
            <a:ext cx="2133600" cy="301752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 b="0">
                <a:solidFill>
                  <a:schemeClr val="tx1"/>
                </a:solidFill>
              </a:defRPr>
            </a:lvl1pPr>
          </a:lstStyle>
          <a:p>
            <a:fld id="{555B466B-AD3F-45F3-90D4-2662B9CB2B5C}" type="datetimeFigureOut">
              <a:rPr lang="es-AR" smtClean="0"/>
              <a:pPr/>
              <a:t>14/07/2016</a:t>
            </a:fld>
            <a:endParaRPr lang="es-AR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57200" y="6481890"/>
            <a:ext cx="4260056" cy="300831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</a:lstStyle>
          <a:p>
            <a:endParaRPr lang="es-AR"/>
          </a:p>
        </p:txBody>
      </p:sp>
      <p:sp>
        <p:nvSpPr>
          <p:cNvPr id="23" name="22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589520" y="6480969"/>
            <a:ext cx="502920" cy="301752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685FA452-4338-48FE-B3D4-91F5EB6D3E85}" type="slidenum">
              <a:rPr lang="es-AR" smtClean="0"/>
              <a:pPr/>
              <a:t>‹Nº›</a:t>
            </a:fld>
            <a:endParaRPr lang="es-A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marL="484632" algn="l" rtl="0" eaLnBrk="1" latinLnBrk="0" hangingPunct="1">
        <a:spcBef>
          <a:spcPct val="0"/>
        </a:spcBef>
        <a:buNone/>
        <a:defRPr kumimoji="0" sz="4200" kern="1200">
          <a:ln w="6350">
            <a:solidFill>
              <a:schemeClr val="accent1">
                <a:shade val="43000"/>
              </a:schemeClr>
            </a:solidFill>
          </a:ln>
          <a:solidFill>
            <a:schemeClr val="accent1">
              <a:tint val="83000"/>
              <a:satMod val="150000"/>
            </a:schemeClr>
          </a:solidFill>
          <a:effectLst>
            <a:outerShdw blurRad="26000" dist="26000" dir="145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448056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85750" algn="l" rtl="0" eaLnBrk="1" latinLnBrk="0" hangingPunct="1">
        <a:spcBef>
          <a:spcPct val="20000"/>
        </a:spcBef>
        <a:buClr>
          <a:schemeClr val="accent1"/>
        </a:buClr>
        <a:buSzPct val="95000"/>
        <a:buFont typeface="Verdana"/>
        <a:buChar char="›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8600" algn="l" rtl="0" eaLnBrk="1" latinLnBrk="0" hangingPunct="1">
        <a:spcBef>
          <a:spcPct val="200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10312" algn="l" rtl="0" eaLnBrk="1" latinLnBrk="0" hangingPunct="1">
        <a:spcBef>
          <a:spcPct val="20000"/>
        </a:spcBef>
        <a:buClr>
          <a:schemeClr val="accent1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084832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14600" indent="-182880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AR" dirty="0" smtClean="0"/>
              <a:t>Proyecto Zeus - </a:t>
            </a:r>
            <a:r>
              <a:rPr lang="es-AR" dirty="0" err="1" smtClean="0"/>
              <a:t>Meteor</a:t>
            </a:r>
            <a:endParaRPr lang="es-AR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AR" dirty="0" smtClean="0"/>
              <a:t>Sistema de Gestión de Servicios</a:t>
            </a:r>
            <a:endParaRPr lang="es-A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 smtClean="0"/>
              <a:t>Principales Estructuras de </a:t>
            </a:r>
            <a:br>
              <a:rPr lang="es-AR" dirty="0" smtClean="0"/>
            </a:br>
            <a:r>
              <a:rPr lang="es-AR" dirty="0" smtClean="0"/>
              <a:t>Atención de Clientes</a:t>
            </a:r>
            <a:endParaRPr lang="es-AR" dirty="0"/>
          </a:p>
        </p:txBody>
      </p:sp>
      <p:sp>
        <p:nvSpPr>
          <p:cNvPr id="4" name="3 Rectángulo"/>
          <p:cNvSpPr/>
          <p:nvPr/>
        </p:nvSpPr>
        <p:spPr>
          <a:xfrm>
            <a:off x="323528" y="2708920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Cuentas</a:t>
            </a:r>
            <a:endParaRPr lang="es-AR" dirty="0"/>
          </a:p>
        </p:txBody>
      </p:sp>
      <p:sp>
        <p:nvSpPr>
          <p:cNvPr id="5" name="4 Rectángulo"/>
          <p:cNvSpPr/>
          <p:nvPr/>
        </p:nvSpPr>
        <p:spPr>
          <a:xfrm>
            <a:off x="323528" y="1916832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Cliente</a:t>
            </a:r>
            <a:endParaRPr lang="es-AR" dirty="0"/>
          </a:p>
        </p:txBody>
      </p:sp>
      <p:sp>
        <p:nvSpPr>
          <p:cNvPr id="6" name="5 Rectángulo"/>
          <p:cNvSpPr/>
          <p:nvPr/>
        </p:nvSpPr>
        <p:spPr>
          <a:xfrm>
            <a:off x="323528" y="3501008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Contratos</a:t>
            </a:r>
            <a:endParaRPr lang="es-AR" dirty="0"/>
          </a:p>
        </p:txBody>
      </p:sp>
      <p:sp>
        <p:nvSpPr>
          <p:cNvPr id="7" name="6 Rectángulo"/>
          <p:cNvSpPr/>
          <p:nvPr/>
        </p:nvSpPr>
        <p:spPr>
          <a:xfrm>
            <a:off x="2843808" y="357301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err="1" smtClean="0"/>
              <a:t>Edesals</a:t>
            </a:r>
            <a:endParaRPr lang="es-AR" dirty="0"/>
          </a:p>
        </p:txBody>
      </p:sp>
      <p:sp>
        <p:nvSpPr>
          <p:cNvPr id="8" name="7 Rectángulo"/>
          <p:cNvSpPr/>
          <p:nvPr/>
        </p:nvSpPr>
        <p:spPr>
          <a:xfrm>
            <a:off x="4427984" y="501317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Suministro</a:t>
            </a:r>
            <a:endParaRPr lang="es-AR" dirty="0"/>
          </a:p>
        </p:txBody>
      </p:sp>
      <p:sp>
        <p:nvSpPr>
          <p:cNvPr id="9" name="8 Rectángulo"/>
          <p:cNvSpPr/>
          <p:nvPr/>
        </p:nvSpPr>
        <p:spPr>
          <a:xfrm>
            <a:off x="6012160" y="501317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err="1" smtClean="0"/>
              <a:t>Medidors</a:t>
            </a:r>
            <a:endParaRPr lang="es-AR" dirty="0"/>
          </a:p>
        </p:txBody>
      </p:sp>
      <p:sp>
        <p:nvSpPr>
          <p:cNvPr id="10" name="9 Rectángulo"/>
          <p:cNvSpPr/>
          <p:nvPr/>
        </p:nvSpPr>
        <p:spPr>
          <a:xfrm>
            <a:off x="7596336" y="501317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Lecturas</a:t>
            </a:r>
            <a:endParaRPr lang="es-AR" dirty="0"/>
          </a:p>
        </p:txBody>
      </p:sp>
      <p:sp>
        <p:nvSpPr>
          <p:cNvPr id="11" name="10 Rectángulo"/>
          <p:cNvSpPr/>
          <p:nvPr/>
        </p:nvSpPr>
        <p:spPr>
          <a:xfrm>
            <a:off x="4427984" y="357301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Facturas</a:t>
            </a:r>
            <a:endParaRPr lang="es-AR" dirty="0"/>
          </a:p>
        </p:txBody>
      </p:sp>
      <p:sp>
        <p:nvSpPr>
          <p:cNvPr id="12" name="11 Rectángulo"/>
          <p:cNvSpPr/>
          <p:nvPr/>
        </p:nvSpPr>
        <p:spPr>
          <a:xfrm>
            <a:off x="6012160" y="357301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Líneas</a:t>
            </a:r>
            <a:endParaRPr lang="es-AR" dirty="0"/>
          </a:p>
        </p:txBody>
      </p:sp>
      <p:sp>
        <p:nvSpPr>
          <p:cNvPr id="13" name="12 Rectángulo"/>
          <p:cNvSpPr/>
          <p:nvPr/>
        </p:nvSpPr>
        <p:spPr>
          <a:xfrm>
            <a:off x="4427984" y="285293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Cargos </a:t>
            </a:r>
            <a:r>
              <a:rPr lang="es-AR" dirty="0" err="1" smtClean="0"/>
              <a:t>Add</a:t>
            </a:r>
            <a:endParaRPr lang="es-AR" dirty="0"/>
          </a:p>
        </p:txBody>
      </p:sp>
      <p:sp>
        <p:nvSpPr>
          <p:cNvPr id="14" name="13 Rectángulo"/>
          <p:cNvSpPr/>
          <p:nvPr/>
        </p:nvSpPr>
        <p:spPr>
          <a:xfrm>
            <a:off x="6012160" y="573325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Os Trabajo</a:t>
            </a:r>
            <a:endParaRPr lang="es-AR" dirty="0"/>
          </a:p>
        </p:txBody>
      </p:sp>
      <p:sp>
        <p:nvSpPr>
          <p:cNvPr id="15" name="14 Rectángulo"/>
          <p:cNvSpPr/>
          <p:nvPr/>
        </p:nvSpPr>
        <p:spPr>
          <a:xfrm>
            <a:off x="4427984" y="213285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Acuerdos</a:t>
            </a:r>
            <a:endParaRPr lang="es-AR" dirty="0"/>
          </a:p>
        </p:txBody>
      </p:sp>
      <p:sp>
        <p:nvSpPr>
          <p:cNvPr id="16" name="15 Rectángulo"/>
          <p:cNvSpPr/>
          <p:nvPr/>
        </p:nvSpPr>
        <p:spPr>
          <a:xfrm>
            <a:off x="4427984" y="4293096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Reclamos</a:t>
            </a:r>
            <a:endParaRPr lang="es-AR" dirty="0"/>
          </a:p>
        </p:txBody>
      </p:sp>
      <p:sp>
        <p:nvSpPr>
          <p:cNvPr id="17" name="16 Rectángulo"/>
          <p:cNvSpPr/>
          <p:nvPr/>
        </p:nvSpPr>
        <p:spPr>
          <a:xfrm>
            <a:off x="1907704" y="1916832"/>
            <a:ext cx="129614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 smtClean="0"/>
              <a:t>Historial</a:t>
            </a:r>
            <a:endParaRPr lang="es-AR" dirty="0"/>
          </a:p>
        </p:txBody>
      </p:sp>
      <p:cxnSp>
        <p:nvCxnSpPr>
          <p:cNvPr id="21" name="20 Conector angular"/>
          <p:cNvCxnSpPr>
            <a:stCxn id="7" idx="3"/>
            <a:endCxn id="15" idx="1"/>
          </p:cNvCxnSpPr>
          <p:nvPr/>
        </p:nvCxnSpPr>
        <p:spPr>
          <a:xfrm flipV="1">
            <a:off x="4139952" y="2456892"/>
            <a:ext cx="288032" cy="144016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angular"/>
          <p:cNvCxnSpPr>
            <a:stCxn id="7" idx="3"/>
            <a:endCxn id="13" idx="1"/>
          </p:cNvCxnSpPr>
          <p:nvPr/>
        </p:nvCxnSpPr>
        <p:spPr>
          <a:xfrm flipV="1">
            <a:off x="4139952" y="3176972"/>
            <a:ext cx="288032" cy="7200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angular"/>
          <p:cNvCxnSpPr>
            <a:stCxn id="7" idx="3"/>
            <a:endCxn id="11" idx="1"/>
          </p:cNvCxnSpPr>
          <p:nvPr/>
        </p:nvCxnSpPr>
        <p:spPr>
          <a:xfrm>
            <a:off x="4139952" y="3897052"/>
            <a:ext cx="288032" cy="127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angular"/>
          <p:cNvCxnSpPr>
            <a:stCxn id="7" idx="3"/>
            <a:endCxn id="16" idx="1"/>
          </p:cNvCxnSpPr>
          <p:nvPr/>
        </p:nvCxnSpPr>
        <p:spPr>
          <a:xfrm>
            <a:off x="4139952" y="3897052"/>
            <a:ext cx="288032" cy="7200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28 Conector angular"/>
          <p:cNvCxnSpPr>
            <a:stCxn id="7" idx="3"/>
            <a:endCxn id="8" idx="1"/>
          </p:cNvCxnSpPr>
          <p:nvPr/>
        </p:nvCxnSpPr>
        <p:spPr>
          <a:xfrm>
            <a:off x="4139952" y="3897052"/>
            <a:ext cx="288032" cy="144016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30 Conector angular"/>
          <p:cNvCxnSpPr>
            <a:stCxn id="11" idx="3"/>
            <a:endCxn id="12" idx="1"/>
          </p:cNvCxnSpPr>
          <p:nvPr/>
        </p:nvCxnSpPr>
        <p:spPr>
          <a:xfrm>
            <a:off x="5724128" y="3897052"/>
            <a:ext cx="288032" cy="127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angular"/>
          <p:cNvCxnSpPr>
            <a:stCxn id="8" idx="3"/>
            <a:endCxn id="9" idx="1"/>
          </p:cNvCxnSpPr>
          <p:nvPr/>
        </p:nvCxnSpPr>
        <p:spPr>
          <a:xfrm>
            <a:off x="5724128" y="5337212"/>
            <a:ext cx="288032" cy="127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angular"/>
          <p:cNvCxnSpPr>
            <a:stCxn id="8" idx="3"/>
            <a:endCxn id="14" idx="1"/>
          </p:cNvCxnSpPr>
          <p:nvPr/>
        </p:nvCxnSpPr>
        <p:spPr>
          <a:xfrm>
            <a:off x="5724128" y="5337212"/>
            <a:ext cx="288032" cy="7200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angular"/>
          <p:cNvCxnSpPr>
            <a:stCxn id="9" idx="3"/>
            <a:endCxn id="10" idx="1"/>
          </p:cNvCxnSpPr>
          <p:nvPr/>
        </p:nvCxnSpPr>
        <p:spPr>
          <a:xfrm>
            <a:off x="7308304" y="5337212"/>
            <a:ext cx="288032" cy="127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>
            <a:stCxn id="5" idx="2"/>
            <a:endCxn id="4" idx="0"/>
          </p:cNvCxnSpPr>
          <p:nvPr/>
        </p:nvCxnSpPr>
        <p:spPr>
          <a:xfrm>
            <a:off x="971600" y="2564904"/>
            <a:ext cx="0" cy="1440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>
            <a:stCxn id="4" idx="2"/>
            <a:endCxn id="6" idx="0"/>
          </p:cNvCxnSpPr>
          <p:nvPr/>
        </p:nvCxnSpPr>
        <p:spPr>
          <a:xfrm>
            <a:off x="971600" y="3356992"/>
            <a:ext cx="0" cy="1440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42 Conector recto"/>
          <p:cNvCxnSpPr>
            <a:stCxn id="5" idx="3"/>
            <a:endCxn id="17" idx="1"/>
          </p:cNvCxnSpPr>
          <p:nvPr/>
        </p:nvCxnSpPr>
        <p:spPr>
          <a:xfrm>
            <a:off x="1619672" y="2240868"/>
            <a:ext cx="2880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44 Conector recto"/>
          <p:cNvCxnSpPr>
            <a:stCxn id="6" idx="3"/>
            <a:endCxn id="7" idx="1"/>
          </p:cNvCxnSpPr>
          <p:nvPr/>
        </p:nvCxnSpPr>
        <p:spPr>
          <a:xfrm>
            <a:off x="1619672" y="3825044"/>
            <a:ext cx="1224136" cy="72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ío">
  <a:themeElements>
    <a:clrScheme name="Fundición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Brío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Brío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8000"/>
                <a:satMod val="230000"/>
              </a:schemeClr>
            </a:gs>
            <a:gs pos="60000">
              <a:schemeClr val="phClr">
                <a:shade val="92000"/>
                <a:satMod val="230000"/>
              </a:schemeClr>
            </a:gs>
            <a:gs pos="100000">
              <a:schemeClr val="phClr">
                <a:tint val="85000"/>
                <a:satMod val="40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200"/>
                <a:satMod val="150000"/>
              </a:schemeClr>
              <a:schemeClr val="phClr">
                <a:tint val="90000"/>
                <a:satMod val="150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Verve</Template>
  <TotalTime>48</TotalTime>
  <Words>28</Words>
  <Application>Microsoft Office PowerPoint</Application>
  <PresentationFormat>Presentación en pantalla (4:3)</PresentationFormat>
  <Paragraphs>17</Paragraphs>
  <Slides>2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3" baseType="lpstr">
      <vt:lpstr>Brío</vt:lpstr>
      <vt:lpstr>Proyecto Zeus - Meteor</vt:lpstr>
      <vt:lpstr>Principales Estructuras de  Atención de Clientes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*Falavigna Gustavo</dc:creator>
  <cp:lastModifiedBy>*Falavigna Gustavo</cp:lastModifiedBy>
  <cp:revision>8</cp:revision>
  <dcterms:created xsi:type="dcterms:W3CDTF">2016-06-22T13:07:50Z</dcterms:created>
  <dcterms:modified xsi:type="dcterms:W3CDTF">2016-07-14T19:56:32Z</dcterms:modified>
</cp:coreProperties>
</file>